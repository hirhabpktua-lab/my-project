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7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New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5E8"/>
                </a:solidFill>
              </a:defRPr>
            </a:pPr>
            <a:r>
              <a:t>项目演示与功能概览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9AACC"/>
                </a:solidFill>
              </a:defRPr>
            </a:pPr>
            <a:r>
              <a:t>2026.05 · GitHub: hirhabpktua-lab/my-project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91440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B579A"/>
                </a:solidFill>
              </a:defRPr>
            </a:pPr>
            <a:r>
              <a:t>目录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737360"/>
            <a:ext cx="457200" cy="4572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项目背景与目标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788920"/>
            <a:ext cx="457200" cy="4572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技术架构一览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840480"/>
            <a:ext cx="457200" cy="4572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862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核心功能演示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892039"/>
            <a:ext cx="457200" cy="4572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37759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下一步计划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91440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B579A"/>
                </a:solidFill>
              </a:defRPr>
            </a:pPr>
            <a:r>
              <a:t>项目背景与目标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188720" cy="4114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7830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本项目旨在构建一套高效的开发工作流，集成代码审查、自动化测试、前端设计等核心能力，提升团队开发效率与代码质量。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188720" cy="4114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6118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打造一站式开发工具链，让每次提交都经过自动化审查、每次部署都有质量保证，实现真正的"放心推"。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91440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B579A"/>
                </a:solidFill>
              </a:defRPr>
            </a:pPr>
            <a:r>
              <a:t>技术架构一览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11680" cy="36576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B579A"/>
                </a:solidFill>
              </a:defRPr>
            </a:pPr>
            <a:r>
              <a:t>语言 &amp; 运行时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57276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Node.js v24 · Python 3.12 ·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011680" cy="36576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B579A"/>
                </a:solidFill>
              </a:defRPr>
            </a:pPr>
            <a: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4144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React · Next.js · Playwright 浏览器自动化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011680" cy="36576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B579A"/>
                </a:solidFill>
              </a:defRPr>
            </a:pPr>
            <a:r>
              <a:t>后端 &amp; 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31012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Express · PostgreSQL · Redis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19"/>
            <a:ext cx="2011680" cy="36576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B579A"/>
                </a:solidFill>
              </a:defRPr>
            </a:pPr>
            <a:r>
              <a:t>开发工具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178807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Git · ESLint · Prettier · pytest · black · ruff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2011680" cy="36576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B579A"/>
                </a:solidFill>
              </a:defRPr>
            </a:pPr>
            <a:r>
              <a:t>AI 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04748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Claude Agent SDK · Anthropic API · Context7 文档查询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91440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B579A"/>
                </a:solidFill>
              </a:defRPr>
            </a:pPr>
            <a:r>
              <a:t>核心功能演示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1673352"/>
            <a:ext cx="3383280" cy="18288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579A"/>
                </a:solidFill>
              </a:defRPr>
            </a:pPr>
            <a:r>
              <a:t>智能代码审查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Git 提交自动触发审查，覆盖安全漏洞、代码风格、逻辑错误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673352"/>
            <a:ext cx="3383280" cy="18288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579A"/>
                </a:solidFill>
              </a:defRPr>
            </a:pPr>
            <a:r>
              <a:t>自动化工作流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Git Hooks + CI/CD 全链路，从编码到部署零人工干预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832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3867912"/>
            <a:ext cx="3383280" cy="18288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262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579A"/>
                </a:solidFill>
              </a:defRPr>
            </a:pPr>
            <a:r>
              <a:t>前端设计系统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920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内置 Playwright 截图对比，CSS 回归一跑即知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840480"/>
            <a:ext cx="33832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6552" y="3867912"/>
            <a:ext cx="3383280" cy="18288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5262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579A"/>
                </a:solidFill>
              </a:defRPr>
            </a:pPr>
            <a:r>
              <a:t>PR 审查工具包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8920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类型设计分析、静默失败检测、测试覆盖审查，一键出报告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7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D5E8"/>
                </a:solidFill>
              </a:defRPr>
            </a:pPr>
            <a:r>
              <a:t>下一步：完善测试覆盖 · 接入 CI/CD · 上线生产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9AACC"/>
                </a:solidFill>
              </a:defRPr>
            </a:pPr>
            <a:r>
              <a:t>github.com/hirhabpktua-lab/my-project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